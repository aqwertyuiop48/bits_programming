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Data Engineering Hands-on Labs proposal (user upload)
- Generated image: use_case_4_flow.png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Data Engineering Hands-on Labs proposal (user upload)
- Generated image: churn_mix_by_internet.png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Data Engineering Hands-on Labs proposal (user upload)
- Generated image: monthlycharges_baseline_vs_future.png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Data Engineering Hands-on Labs proposal (user upload)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Data Engineering Hands-on Labs proposal (user upload)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2 - Use Case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ETL for Monitoring and Model Review on AWS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10-15 min overview deck, then 45-50 min live lab using baseline artifacts, incoming batches, and SageMaker concepts.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DCEAF7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928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Business goal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30552"/>
            <a:ext cx="17373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Keep the churn model trustworthy when new production data arrives.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17830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E7F4F0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18928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ETL promise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130552"/>
            <a:ext cx="17373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Treat monitoring as another batch workflow: land, profile, compare, decide.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17830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3EAD2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8928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AWS services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130552"/>
            <a:ext cx="17373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Amazon S3, notebook, optional Glue bridge, SageMaker monitoring and review.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6600" y="17830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EAE5F5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18928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Live demo stance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23760" y="2130552"/>
            <a:ext cx="17373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Use live S3 paths and explain how SageMaker operationalizes the review logic.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1821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5"/>
                </a:solidFill>
              </a:rPr>
              <a:t>What learners will hear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502152"/>
            <a:ext cx="45262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5"/>
                </a:solidFill>
              </a:rPr>
              <a:t>• Monitoring is still data engineering.</a:t>
            </a:r>
            <a:pPr indent="0" marL="0">
              <a:buNone/>
            </a:pPr>
            <a:r>
              <a:rPr lang="en-US" sz="120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1E2A35"/>
                </a:solidFill>
              </a:rPr>
              <a:t>• Incoming scoring files are just another managed batch input.</a:t>
            </a:r>
            <a:pPr indent="0" marL="0">
              <a:buNone/>
            </a:pPr>
            <a:r>
              <a:rPr lang="en-US" sz="120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1E2A35"/>
                </a:solidFill>
              </a:rPr>
              <a:t>• Bias and explainability checks complement drift checks.</a:t>
            </a:r>
            <a:pPr indent="0" marL="0">
              <a:buNone/>
            </a:pPr>
            <a:r>
              <a:rPr lang="en-US" sz="120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1E2A35"/>
                </a:solidFill>
              </a:rPr>
              <a:t>• Lifecycle decisions come from stored findings and review artifacts.</a:t>
            </a:r>
            <a:endParaRPr lang="en-US" sz="1200" dirty="0"/>
          </a:p>
        </p:txBody>
      </p:sp>
      <p:pic>
        <p:nvPicPr>
          <p:cNvPr id="20" name="Image 0" descr="/mnt/data/session2_etl_build/output/Session_2_ETL_Centric_Learner_Pack/02_Use_Case_4_ETL_for_Monitoring_and_Model_Review/06_Assets/images/use_case_4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735" y="3108960"/>
            <a:ext cx="5429250" cy="2606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446520"/>
            <a:ext cx="7132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Key line: baseline -&gt; incoming batch -&gt; compare -&gt; review -&gt; decide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4 service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services and ETL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phrase “monitoring data workflow” repeatedly.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DCEAF7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80136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Amazon S3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039112"/>
            <a:ext cx="2240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Stores baseline datasets, incoming scoring files, and monitoring outputs.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7F4F0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80136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Notebook / SageMaker Studio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039112"/>
            <a:ext cx="2240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Builds baseline profiles, compares incoming batches, and explains findings.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691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3EAD2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80136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AWS Glue bridge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2039112"/>
            <a:ext cx="2240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Optional production story: recurring profile and comparison jobs.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41080" y="1691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AE5F5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0" y="180136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SageMaker review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0" y="2039112"/>
            <a:ext cx="2240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Bias / explainability review, monitoring concepts, and controlled model decisions.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1546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5"/>
                </a:solidFill>
              </a:rPr>
              <a:t>Presenter cue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5"/>
                </a:solidFill>
              </a:rPr>
              <a:t>• The baseline is a stored artifact from Use Case 3.</a:t>
            </a:r>
            <a:pPr indent="0" marL="0">
              <a:buNone/>
            </a:pPr>
            <a:r>
              <a:rPr lang="en-US" sz="115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1E2A35"/>
                </a:solidFill>
              </a:rPr>
              <a:t>• The future scoring sample is another S3 landing pattern.</a:t>
            </a:r>
            <a:pPr indent="0" marL="0">
              <a:buNone/>
            </a:pPr>
            <a:r>
              <a:rPr lang="en-US" sz="115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1E2A35"/>
                </a:solidFill>
              </a:rPr>
              <a:t>• Glue is the ETL job workaround for recurring profile generation.</a:t>
            </a:r>
            <a:pPr indent="0" marL="0">
              <a:buNone/>
            </a:pPr>
            <a:r>
              <a:rPr lang="en-US" sz="115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1E2A35"/>
                </a:solidFill>
              </a:rPr>
              <a:t>• SageMaker turns these review steps into operational model governance.</a:t>
            </a:r>
            <a:endParaRPr lang="en-US" sz="1150" dirty="0"/>
          </a:p>
        </p:txBody>
      </p:sp>
      <p:pic>
        <p:nvPicPr>
          <p:cNvPr id="20" name="Image 0" descr="/mnt/data/session2_etl_build/output/Session_2_ETL_Centric_Learner_Pack/02_Use_Case_4_ETL_for_Monitoring_and_Model_Review/06_Assets/images/churn_mix_by_inter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5670" y="3154680"/>
            <a:ext cx="4787900" cy="2651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446520"/>
            <a:ext cx="7132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Describe the model as under review, not as a static finished asset.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4 hands-on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do in the 45-50 minute lab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lab should feel like data observability and review, not abstract theory.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502920" cy="38404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64792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68249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1. Load baseline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168249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A35"/>
                </a:solidFill>
              </a:rPr>
              <a:t>Re-use the curated training baseline from Use Case 3.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85800" y="2423160"/>
            <a:ext cx="502920" cy="38404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496312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4140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2. Build profile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241401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A35"/>
                </a:solidFill>
              </a:rPr>
              <a:t>Create or load the baseline profile artifact.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502920" cy="38404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227832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14553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3. Land incoming batch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314553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A35"/>
                </a:solidFill>
              </a:rPr>
              <a:t>Show future_scoring_sample.csv as a new S3 batch input.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85800" y="3886200"/>
            <a:ext cx="502920" cy="38404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959352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387705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4. Compare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87705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A35"/>
                </a:solidFill>
              </a:rPr>
              <a:t>Run mean-shift and category-shift checks against the baseline.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85800" y="4617720"/>
            <a:ext cx="502920" cy="38404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690872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460857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5. Review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71800" y="460857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A35"/>
                </a:solidFill>
              </a:rPr>
              <a:t>Discuss bias or explainability using customer segments.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5800" y="5349240"/>
            <a:ext cx="502920" cy="38404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5422392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71600" y="534009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6. Decide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71800" y="534009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A35"/>
                </a:solidFill>
              </a:rPr>
              <a:t>Use the decision ladder: retain, review, retrain, or rollback.</a:t>
            </a:r>
            <a:endParaRPr lang="en-US" sz="1080" dirty="0"/>
          </a:p>
        </p:txBody>
      </p:sp>
      <p:pic>
        <p:nvPicPr>
          <p:cNvPr id="30" name="Image 0" descr="/mnt/data/session2_etl_build/output/Session_2_ETL_Centric_Learner_Pack/02_Use_Case_4_ETL_for_Monitoring_and_Model_Review/06_Assets/images/monthlycharges_baseline_vs_fu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464660"/>
            <a:ext cx="3977640" cy="2203001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02920" y="6446520"/>
            <a:ext cx="7132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 the graph only as a visual hook. The main teaching point is the comparison process and the stored findings.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4 outputs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leave with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the evidence trail that supports the lifecycle decision.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DCEAF7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4708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Monitoring inputs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84832"/>
            <a:ext cx="3337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baseline_profile.csv and future_scoring_sample.csv make the review reproducible.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06324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E7F4F0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17296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Review artifacts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10712"/>
            <a:ext cx="3337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drift_findings.csv and segment_churn_summary.csv turn observations into evidence.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438912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3EAD2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49884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Lifecycle artifact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736592"/>
            <a:ext cx="3337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monitoring_decision_manifest.json captures the retain / review / retrain / rollback narrative.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26280" y="18288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5"/>
                </a:solidFill>
              </a:rPr>
              <a:t>Best management-facing line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26280" y="2194560"/>
            <a:ext cx="6583680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542032"/>
            <a:ext cx="6035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80" dirty="0">
                <a:solidFill>
                  <a:srgbClr val="1E2A35"/>
                </a:solidFill>
              </a:rPr>
              <a:t>Use Case 4 shows ETL for monitoring: baseline artifacts and incoming scoring data are extracted from S3, transformed into comparable profiles, reviewed for drift and explainability, then published as findings that drive a controlled model decision.</a:t>
            </a:r>
            <a:endParaRPr lang="en-US" sz="148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7132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This is the slide to use when management asks how ETL remains visible after training.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4 workarounds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keep the demo smooth in a 1-hour slot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let monitoring tooling complexity hide the simple batch workflow story.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6400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5"/>
                </a:solidFill>
              </a:rPr>
              <a:t>• If full managed monitoring would take too long, run the notebook comparison locally and explain how SageMaker Model Monitor or Clarify operationalize the same logic.</a:t>
            </a:r>
            <a:pPr indent="0" marL="0">
              <a:buNone/>
            </a:pPr>
            <a:r>
              <a:rPr lang="en-US" sz="125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1E2A35"/>
                </a:solidFill>
              </a:rPr>
              <a:t>• Show the S3 monitoring prefix and the stored findings even if you do not wait for heavy managed jobs to complete.</a:t>
            </a:r>
            <a:pPr indent="0" marL="0">
              <a:buNone/>
            </a:pPr>
            <a:r>
              <a:rPr lang="en-US" sz="125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1E2A35"/>
                </a:solidFill>
              </a:rPr>
              <a:t>• Use the optional Glue script to explain recurring profile-generation jobs.</a:t>
            </a:r>
            <a:pPr indent="0" marL="0">
              <a:buNone/>
            </a:pPr>
            <a:r>
              <a:rPr lang="en-US" sz="1250" dirty="0">
                <a:solidFill>
                  <a:srgbClr val="1E2A35"/>
                </a:solidFill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1E2A35"/>
                </a:solidFill>
              </a:rPr>
              <a:t>• Close with the simple summary: S3 lands it, notebook or Glue profiles it, SageMaker reviews it, findings drive lifecycle action.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52360" y="187452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5E5D8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0" y="198424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Optional production add-ons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0" y="2221992"/>
            <a:ext cx="3794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Step Functions for orchestration, EventBridge for schedules, CloudWatch for alarms and job visibility.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52360" y="324612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EAE5F5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0" y="335584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What not to lose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0" y="3593592"/>
            <a:ext cx="3794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The core lesson is not a SageMaker feature tour. It is a monitoring ETL process with stored outputs.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52360" y="461772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DCEAF7"/>
          </a:solidFill>
          <a:ln w="12700">
            <a:solidFill>
              <a:srgbClr val="9AA6B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0" y="472744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</a:rPr>
              <a:t>Closing 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0" y="4965192"/>
            <a:ext cx="3794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</a:rPr>
              <a:t>Production ML depends on continuous data engineering controls.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7132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Allocate roughly 12 minutes to slides and the rest to the notebook plus S3 walkthrough.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Case 4 - ETL for Monitoring and Model Review on AWS</dc:title>
  <dc:subject>Use Case 4 - ETL for Monitoring and Model Review on AWS</dc:subject>
  <dc:creator>OpenAI</dc:creator>
  <cp:lastModifiedBy>OpenAI</cp:lastModifiedBy>
  <cp:revision>1</cp:revision>
  <dcterms:created xsi:type="dcterms:W3CDTF">2026-03-29T09:13:21Z</dcterms:created>
  <dcterms:modified xsi:type="dcterms:W3CDTF">2026-03-29T09:13:21Z</dcterms:modified>
</cp:coreProperties>
</file>