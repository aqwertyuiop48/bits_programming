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
- Generated image: use_case_3_flow.png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
- Generated image: folder_map.png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
- Generated image: churn_by_contract.png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2 - Use Case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ETL for ML Preparation on AWS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overview deck, then 45-50 min live lab using S3, notebook ETL, and SageMaker.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470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Business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Predict telecom churn while keeping the data-engineering layer visible.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7F4F0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8470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ETL promise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08483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Extract raw churn data, transform and validate it, then publish curated ML-ready outputs.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7373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3EAD2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8470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AWS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08483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Amazon S3, notebook, optional Glue bridge, SageMaker, Model Registry.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7373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AE5F5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8470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Live demo stance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08483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Because credentials are available, show bucket paths and service screens live.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5"/>
                </a:solidFill>
              </a:rPr>
              <a:t>What learners will hear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474720"/>
            <a:ext cx="4572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Raw data does not go straight to ML.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Validation and curated publish points come before training.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The model is a downstream consumer of ETL output.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Model Registry is the governed publish step for the model artifact.</a:t>
            </a:r>
            <a:endParaRPr lang="en-US" sz="1200" dirty="0"/>
          </a:p>
        </p:txBody>
      </p:sp>
      <p:pic>
        <p:nvPicPr>
          <p:cNvPr id="20" name="Image 0" descr="/mnt/data/session2_etl_build/output/Session_2_ETL_Centric_Learner_Pack/01_Use_Case_3_ETL_for_ML_Preparation/06_Assets/images/use_case_3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595" y="3154680"/>
            <a:ext cx="5429250" cy="2606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Key line: raw -&gt; validate -&gt; transform -&gt; publish -&gt; train -&gt; register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3 service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services and ETL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language anchored on ETL jobs, zones, validation, and publish points.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Amazon 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Stores the raw churn file, curated train/test outputs, and validation artifacts.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7F4F0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Notebook / SageMaker Studio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Runs profiling, standardization, feature engineering, and validation checks.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3EAD2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AWS Glue bridge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Optional production story: convert the notebook logic into a repeatable PySpark ETL job.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4108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AE5F5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SageMaker + Registry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Train the baseline model, then register the model version for approval and traceability.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5"/>
                </a:solidFill>
              </a:rPr>
              <a:t>Presenter cue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S3 is the zone system.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The notebook shows ETL logic step by step.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Glue is the productionization workaround.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SageMaker consumes curated data and publishes the model version.</a:t>
            </a:r>
            <a:endParaRPr lang="en-US" sz="1150" dirty="0"/>
          </a:p>
        </p:txBody>
      </p:sp>
      <p:pic>
        <p:nvPicPr>
          <p:cNvPr id="20" name="Image 0" descr="/mnt/data/session2_etl_build/output/Session_2_ETL_Centric_Learner_Pack/01_Use_Case_3_ETL_for_ML_Preparation/06_Assets/images/folde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4791" y="3063240"/>
            <a:ext cx="4878218" cy="2834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 not describe Use Case 3 as ML instead of ETL. Describe it as ETL for ML preparation.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3 hands-on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do in the 45-50 minute lab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quickly from explanation to the notebook and S3 bucket paths.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6479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82496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1. Land raw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68249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Show churn/raw/ in S3 and explain why a raw zone matters.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49631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414016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2. Profile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241401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Run schema, null, blank, duplicate, and label checks.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22783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145536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3. Transform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314553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Clean TotalCharges, create label, and engineer features.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95935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877056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4. Validate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387705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Capture validation_summary so quality checks become a stored artifact.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69087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608576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5. Publish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63240" y="460857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Write train.csv and test.csv into churn/ml_ready/.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534924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542239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5340096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6. Train and register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63240" y="534009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Train baseline model and explain Model Registry as the governed publish step.</a:t>
            </a:r>
            <a:endParaRPr lang="en-US" sz="1080" dirty="0"/>
          </a:p>
        </p:txBody>
      </p:sp>
      <p:pic>
        <p:nvPicPr>
          <p:cNvPr id="30" name="Image 0" descr="/mnt/data/session2_etl_build/output/Session_2_ETL_Centric_Learner_Pack/01_Use_Case_3_ETL_for_ML_Preparation/06_Assets/images/churn_by_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525502"/>
            <a:ext cx="3840480" cy="212703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Keep the model discussion brief. Spend most of the time on raw, curated, and artifact-producing ETL steps.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3 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leave with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the concrete files and why they exist.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470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Curated datasets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train.csv and test.csv are the ETL publish outputs that feed SageMaker training.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E7F4F0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1729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Validation artifacts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validation_summary.csv proves that quality checks were run before publish.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438912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3EAD2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4988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Governed model outputs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736592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evaluation_summary.json and model_registry_manifest.json turn the model into a reviewable product.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1828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5"/>
                </a:solidFill>
              </a:rPr>
              <a:t>Best management-facing line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26280" y="2194560"/>
            <a:ext cx="658368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42032"/>
            <a:ext cx="6035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5"/>
                </a:solidFill>
              </a:rPr>
              <a:t>Use Case 3 shows ETL for ML preparation: raw churn data is extracted from S3, transformed and validated in a notebook, loaded into a curated path, then consumed by SageMaker for training and governed model versioning.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This is the slide to use when management asks how ETL remains visible in Session 2.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3 workarounds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keep the demo smooth in a 1-hour slot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live AWS screens where helpful, but do not let heavy jobs take over the session.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6400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If a managed training job would take too long, run the ETL notebook and train locally for speed while still explaining the SageMaker path.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Show the S3 prefixes and the curated outputs even if you do not wait for every AWS screen to complete.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Use the optional Glue script to explain how the notebook ETL becomes a repeatable job later.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Close with the simple summary: S3 lands it, notebook shapes it, Glue can productionize it, SageMaker trains it, Registry governs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52360" y="18745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5E5D8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19842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Optional production add-ons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2221992"/>
            <a:ext cx="3794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Step Functions for orchestration, EventBridge for scheduling, CloudWatch for logs and alerts.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52360" y="32461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EAE5F5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33558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What not to lose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0" y="3593592"/>
            <a:ext cx="3794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The raw -&gt; curated -&gt; artifact story matters more than showing every SageMaker screen in full.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52360" y="46177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47274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Closing 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4965192"/>
            <a:ext cx="3794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Good models start with strong ETL discipline and clean published datasets.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Allocate roughly 12 minutes to slides and the rest to the notebook plus S3 walkthrough.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3 - ETL for ML Preparation on AWS</dc:title>
  <dc:subject>Use Case 3 - ETL for ML Preparation on AWS</dc:subject>
  <dc:creator>OpenAI</dc:creator>
  <cp:lastModifiedBy>OpenAI</cp:lastModifiedBy>
  <cp:revision>1</cp:revision>
  <dcterms:created xsi:type="dcterms:W3CDTF">2026-03-29T09:13:20Z</dcterms:created>
  <dcterms:modified xsi:type="dcterms:W3CDTF">2026-03-29T09:13:20Z</dcterms:modified>
</cp:coreProperties>
</file>